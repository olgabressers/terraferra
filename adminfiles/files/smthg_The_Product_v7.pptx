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94628"/>
  </p:normalViewPr>
  <p:slideViewPr>
    <p:cSldViewPr snapToGrid="0" snapToObjects="1">
      <p:cViewPr varScale="1">
        <p:scale>
          <a:sx n="118" d="100"/>
          <a:sy n="118" d="100"/>
        </p:scale>
        <p:origin x="224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Autofit/>
          </a:bodyPr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mthg.u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alinsider.io/blog/instagram-reach-rat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ittledata.io/average/ecommerce-conversion-rate-(all-devices)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mthg.us/for-designers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thg_sign.png"/>
          <p:cNvPicPr>
            <a:picLocks noChangeAspect="1"/>
          </p:cNvPicPr>
          <p:nvPr/>
        </p:nvPicPr>
        <p:blipFill>
          <a:blip r:embed="rId2"/>
          <a:srcRect l="6716" r="6716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3657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spc="-60">
                <a:solidFill>
                  <a:srgbClr val="FFFFFF"/>
                </a:solidFill>
                <a:latin typeface="Helvetica Neue"/>
              </a:rPr>
              <a:t>smthg</a:t>
            </a:r>
            <a:r>
              <a:rPr sz="2000" b="1" spc="-6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630936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Find the people who’ll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love what you make.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FFFFFF"/>
                </a:solidFill>
                <a:latin typeface="Helvetica Neue"/>
              </a:rPr>
              <a:t>A community built around your label.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533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  <a:hlinkClick r:id="rId3"/>
              </a:rPr>
              <a:t>@smthg.us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H9aovVAb30oeo0FhB83POM.jpg"/>
          <p:cNvPicPr>
            <a:picLocks noChangeAspect="1"/>
          </p:cNvPicPr>
          <p:nvPr/>
        </p:nvPicPr>
        <p:blipFill>
          <a:blip r:embed="rId2"/>
          <a:srcRect l="32209" r="32209"/>
          <a:stretch>
            <a:fillRect/>
          </a:stretch>
        </p:blipFill>
        <p:spPr>
          <a:xfrm>
            <a:off x="8531352" y="0"/>
            <a:ext cx="366034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738835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smthg</a:t>
            </a:r>
            <a:r>
              <a:rPr sz="4400" b="1" spc="-150">
                <a:solidFill>
                  <a:srgbClr val="E8002D"/>
                </a:solidFill>
                <a:latin typeface="Helvetica Neue"/>
              </a:rPr>
              <a:t>.</a:t>
            </a:r>
            <a:r>
              <a:rPr sz="4400" b="1" spc="-150">
                <a:solidFill>
                  <a:srgbClr val="161616"/>
                </a:solidFill>
                <a:latin typeface="Helvetica Neue"/>
              </a:rPr>
              <a:t>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7388352" cy="10972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39696"/>
            <a:ext cx="7388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01  </a:t>
            </a:r>
            <a:r>
              <a:rPr sz="4400" b="1" spc="-150">
                <a:solidFill>
                  <a:srgbClr val="161616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73883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Reach · Conversion · Growing alone · Marketplaces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429000"/>
            <a:ext cx="7388352" cy="10972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557016"/>
            <a:ext cx="7388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02  </a:t>
            </a:r>
            <a:r>
              <a:rPr sz="4400" b="1" spc="-150">
                <a:solidFill>
                  <a:srgbClr val="161616"/>
                </a:solidFill>
                <a:latin typeface="Helvetica Neue"/>
              </a:rPr>
              <a:t>The smthg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73883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A new sales channel · Try-on · Community · Brands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46320"/>
            <a:ext cx="7388352" cy="10972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974336"/>
            <a:ext cx="73883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03  </a:t>
            </a:r>
            <a:r>
              <a:rPr sz="4400" b="1" spc="-150">
                <a:solidFill>
                  <a:srgbClr val="161616"/>
                </a:solidFill>
                <a:latin typeface="Helvetica Neue"/>
              </a:rPr>
              <a:t>Working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73883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How a drop works · Your designs · The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thg_tvs.png"/>
          <p:cNvPicPr>
            <a:picLocks noChangeAspect="1"/>
          </p:cNvPicPr>
          <p:nvPr/>
        </p:nvPicPr>
        <p:blipFill>
          <a:blip r:embed="rId2"/>
          <a:srcRect l="4474" r="4474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Great labels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stay unseen.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Being found is the hardest 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5.5%*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493008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reach per post, as a share of followers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1.3%**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425696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of store visitors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48656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5358384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no shared audience, no 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528816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000" b="0">
                <a:solidFill>
                  <a:srgbClr val="6E6B66"/>
                </a:solidFill>
                <a:latin typeface="Helvetica Neue"/>
              </a:rPr>
              <a:t>* </a:t>
            </a:r>
            <a:r>
              <a:rPr sz="1000" b="0">
                <a:solidFill>
                  <a:srgbClr val="6E6B66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Socialinsider, 2025–2026</a:t>
            </a:r>
            <a:r>
              <a:rPr sz="1000" b="0">
                <a:solidFill>
                  <a:srgbClr val="6E6B66"/>
                </a:solidFill>
                <a:latin typeface="Helvetica Neue"/>
              </a:rPr>
              <a:t>     ** </a:t>
            </a:r>
            <a:r>
              <a:rPr sz="1000" b="0">
                <a:solidFill>
                  <a:srgbClr val="6E6B66"/>
                </a:solidFill>
                <a:latin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Littledata,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thg_neon.png"/>
          <p:cNvPicPr>
            <a:picLocks noChangeAspect="1"/>
          </p:cNvPicPr>
          <p:nvPr/>
        </p:nvPicPr>
        <p:blipFill>
          <a:blip r:embed="rId2"/>
          <a:srcRect l="5158" r="5158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Marketplaces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don’t fix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A listing alone does not get you found.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6035040" cy="21762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Shoppers search a catalogue. Nobody introduces your label.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Getting seen takes heavy marketing investment.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The marketplace itself needs samples.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02 / THE SMTHG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One concept. Three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83664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Each layer grows the next.</a:t>
            </a:r>
          </a:p>
        </p:txBody>
      </p:sp>
      <p:pic>
        <p:nvPicPr>
          <p:cNvPr id="5" name="Picture 4" descr="CrtxKDJUxoqy7xXGyCxHZssfywQ.jpg"/>
          <p:cNvPicPr>
            <a:picLocks noChangeAspect="1"/>
          </p:cNvPicPr>
          <p:nvPr/>
        </p:nvPicPr>
        <p:blipFill>
          <a:blip r:embed="rId2"/>
          <a:srcRect t="10704" b="24976"/>
          <a:stretch>
            <a:fillRect/>
          </a:stretch>
        </p:blipFill>
        <p:spPr>
          <a:xfrm>
            <a:off x="822960" y="2514600"/>
            <a:ext cx="3326282" cy="2788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68112"/>
            <a:ext cx="3326282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01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A new sales channel</a:t>
            </a:r>
          </a:p>
        </p:txBody>
      </p:sp>
      <p:pic>
        <p:nvPicPr>
          <p:cNvPr id="7" name="Picture 6" descr="ImH9aovVAb30oeo0FhB83POM.jpg"/>
          <p:cNvPicPr>
            <a:picLocks noChangeAspect="1"/>
          </p:cNvPicPr>
          <p:nvPr/>
        </p:nvPicPr>
        <p:blipFill>
          <a:blip r:embed="rId3"/>
          <a:srcRect l="10244" r="10244"/>
          <a:stretch>
            <a:fillRect/>
          </a:stretch>
        </p:blipFill>
        <p:spPr>
          <a:xfrm>
            <a:off x="4432706" y="2514600"/>
            <a:ext cx="3326282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32706" y="5468112"/>
            <a:ext cx="3326282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02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A community driven by creators</a:t>
            </a:r>
          </a:p>
        </p:txBody>
      </p:sp>
      <p:pic>
        <p:nvPicPr>
          <p:cNvPr id="9" name="Picture 8" descr="smthg_poster.png"/>
          <p:cNvPicPr>
            <a:picLocks noChangeAspect="1"/>
          </p:cNvPicPr>
          <p:nvPr/>
        </p:nvPicPr>
        <p:blipFill>
          <a:blip r:embed="rId4"/>
          <a:srcRect t="9966" b="23254"/>
          <a:stretch>
            <a:fillRect/>
          </a:stretch>
        </p:blipFill>
        <p:spPr>
          <a:xfrm>
            <a:off x="8042452" y="2514600"/>
            <a:ext cx="3326282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2452" y="5468112"/>
            <a:ext cx="3326282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03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Brands that grow together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YA9hXRUeOYBlkPjLKEdr6mM4RiU.jpg"/>
          <p:cNvPicPr>
            <a:picLocks noChangeAspect="1"/>
          </p:cNvPicPr>
          <p:nvPr/>
        </p:nvPicPr>
        <p:blipFill>
          <a:blip r:embed="rId2"/>
          <a:srcRect l="4783" r="4783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02 / THE SMTHG CONCEPT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A new channel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for your sales.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It starts with a drop.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03504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Limited drops, available for a limited time.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We take care of the creators. You don’t need to think about it.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Add your regular collection when you are ready.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02 / THE SMTHG CONCEPT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Your piece, on a real body.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83664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Virtual try-on, for creators and shoppers.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97480"/>
            <a:ext cx="475488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6" name="Picture 5" descr="smthg_landing_v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662" y="2834640"/>
            <a:ext cx="4053474" cy="3520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97880" y="2697480"/>
            <a:ext cx="5470855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97880" y="2697480"/>
            <a:ext cx="45720" cy="1179576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53912" y="2843784"/>
            <a:ext cx="4958791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For creators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3209544"/>
            <a:ext cx="495879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Show your pieces without a sample.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3995928"/>
            <a:ext cx="5470855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97880" y="3995928"/>
            <a:ext cx="45720" cy="1179576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912" y="4142232"/>
            <a:ext cx="4958791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For shoppers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4507992"/>
            <a:ext cx="495879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See it on your own body before buying.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5294376"/>
            <a:ext cx="5470855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7880" y="5294376"/>
            <a:ext cx="45720" cy="1179576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3912" y="5440680"/>
            <a:ext cx="4958791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True to the piece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5806440"/>
            <a:ext cx="495879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Colour, fit and materials as they 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02 / THE SMTHG CONCEPT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A community, driven by creators.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83664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Creators bring their followers. Members stay, share and come back.</a:t>
            </a:r>
          </a:p>
        </p:txBody>
      </p:sp>
      <p:pic>
        <p:nvPicPr>
          <p:cNvPr id="5" name="Picture 4" descr="smthg_landing_brandpo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62009"/>
            <a:ext cx="3307384" cy="25569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285232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330738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Brand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33872"/>
            <a:ext cx="330738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Your drops and your story.</a:t>
            </a:r>
          </a:p>
        </p:txBody>
      </p:sp>
      <p:pic>
        <p:nvPicPr>
          <p:cNvPr id="9" name="Picture 8" descr="smthg_landing_stylepo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202" y="2560320"/>
            <a:ext cx="3209461" cy="2560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41240" y="5285232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41240" y="5440680"/>
            <a:ext cx="330738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Style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1240" y="5833872"/>
            <a:ext cx="330738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Members share what they love.</a:t>
            </a:r>
          </a:p>
        </p:txBody>
      </p:sp>
      <p:pic>
        <p:nvPicPr>
          <p:cNvPr id="13" name="Picture 12" descr="smthg_landing_liv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521" y="2928097"/>
            <a:ext cx="3307384" cy="182476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059521" y="5285232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59521" y="5440680"/>
            <a:ext cx="330738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Live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9521" y="5833872"/>
            <a:ext cx="330738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Meet the people behind the label.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thg_poster.png"/>
          <p:cNvPicPr>
            <a:picLocks noChangeAspect="1"/>
          </p:cNvPicPr>
          <p:nvPr/>
        </p:nvPicPr>
        <p:blipFill>
          <a:blip r:embed="rId2"/>
          <a:srcRect l="6450" r="6450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02 / THE SMTHG CONCEPT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Brands that grow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Cross-pollination between labels of a similar style.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6035040" cy="21762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Labels with a similar style share their audiences.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Shoppers who love one label discover the next.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Their buyers discover you. Your buyers discover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thg_instagram_dj.png"/>
          <p:cNvPicPr>
            <a:picLocks noChangeAspect="1"/>
          </p:cNvPicPr>
          <p:nvPr/>
        </p:nvPicPr>
        <p:blipFill>
          <a:blip r:embed="rId2"/>
          <a:srcRect l="6612" r="6612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03 /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How a drop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You make it. smthg sells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6035040" cy="21762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You set the drop window and the quantities.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Creators and the community build demand.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smthg takes payment and handles tax.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When orders close, you ship straight to each buyer.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Then add your regular collection.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thg_doorbell.png"/>
          <p:cNvPicPr>
            <a:picLocks noChangeAspect="1"/>
          </p:cNvPicPr>
          <p:nvPr/>
        </p:nvPicPr>
        <p:blipFill>
          <a:blip r:embed="rId2"/>
          <a:srcRect l="6744" r="6744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03 /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30%. Only when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you sell.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Creators, marketing, payments and platform, all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6035040" cy="21762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$250/mo platform fee as a Founding Brand, instead of $500.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B9B5AE"/>
                </a:solidFill>
                <a:latin typeface="Helvetica Neue"/>
              </a:rPr>
              <a:t>It covers your Brand Space, your storefront and your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thg_reddress.png"/>
          <p:cNvPicPr>
            <a:picLocks noChangeAspect="1"/>
          </p:cNvPicPr>
          <p:nvPr/>
        </p:nvPicPr>
        <p:blipFill>
          <a:blip r:embed="rId2"/>
          <a:srcRect l="7186" r="7186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03 /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Your designs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stay yours.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From the smthg Designer Terms.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6035040" cy="21762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You keep all intellectual property.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You set your own prices.</a:t>
            </a:r>
          </a:p>
          <a:p>
            <a:pPr marL="160020" indent="-160020">
              <a:lnSpc>
                <a:spcPct val="115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2000" b="0">
                <a:solidFill>
                  <a:srgbClr val="5C5A56"/>
                </a:solidFill>
                <a:latin typeface="Helvetica Neue"/>
              </a:rPr>
              <a:t>smthg shows your images only to list and promote your pieces.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thg_taxi.png"/>
          <p:cNvPicPr>
            <a:picLocks noChangeAspect="1"/>
          </p:cNvPicPr>
          <p:nvPr/>
        </p:nvPicPr>
        <p:blipFill>
          <a:blip r:embed="rId2"/>
          <a:srcRect l="6272" r="6272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03 /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Where we’re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going.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Our first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7880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community members at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42900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417880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registered users, end of 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9612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brands, end of Year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84632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E8002D"/>
                </a:solidFill>
                <a:latin typeface="Helvetica Neue"/>
              </a:rPr>
              <a:t>Creators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59612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we take care of them. You don’t need to think about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thg_laundromat.png"/>
          <p:cNvPicPr>
            <a:picLocks noChangeAspect="1"/>
          </p:cNvPicPr>
          <p:nvPr/>
        </p:nvPicPr>
        <p:blipFill>
          <a:blip r:embed="rId2"/>
          <a:srcRect l="4697" r="4697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548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spc="-60">
                <a:solidFill>
                  <a:srgbClr val="FFFFFF"/>
                </a:solidFill>
                <a:latin typeface="Helvetica Neue"/>
              </a:rPr>
              <a:t>smthg</a:t>
            </a:r>
            <a:r>
              <a:rPr sz="2000" b="1" spc="-60">
                <a:solidFill>
                  <a:srgbClr val="E8002D"/>
                </a:solidFill>
                <a:latin typeface="Helvetica Neue"/>
              </a:rPr>
              <a:t>.</a:t>
            </a:r>
            <a:r>
              <a:rPr sz="2000" b="1" spc="-60">
                <a:solidFill>
                  <a:srgbClr val="FFFFFF"/>
                </a:solidFill>
                <a:latin typeface="Helvetica Neue"/>
              </a:rPr>
              <a:t>  it’s so me!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630936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Your world deserves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its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Become a Founding Brand.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5332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  <a:hlinkClick r:id="rId3"/>
              </a:rPr>
              <a:t>smthg.us/for-designers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610</Words>
  <Application>Microsoft Macintosh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smthg.us — The Product v7</dc:title>
  <dc:subject/>
  <dc:creator/>
  <cp:keywords/>
  <dc:description>generated using python-pptx</dc:description>
  <cp:lastModifiedBy>Sophia Bressers</cp:lastModifiedBy>
  <cp:revision>1</cp:revision>
  <dcterms:created xsi:type="dcterms:W3CDTF">2013-01-27T09:14:16Z</dcterms:created>
  <dcterms:modified xsi:type="dcterms:W3CDTF">2026-10-11T21:44:10Z</dcterms:modified>
  <cp:category/>
</cp:coreProperties>
</file>