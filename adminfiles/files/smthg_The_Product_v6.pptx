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4"/>
    <p:restoredTop sz="94628"/>
  </p:normalViewPr>
  <p:slideViewPr>
    <p:cSldViewPr snapToGrid="0" snapToObjects="1">
      <p:cViewPr varScale="1">
        <p:scale>
          <a:sx n="118" d="100"/>
          <a:sy n="118" d="100"/>
        </p:scale>
        <p:origin x="22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smthg.u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mthg.us/for-designers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H9aovVAb30oeo0FhB83POM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11880"/>
            <a:ext cx="12191695" cy="3246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365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07408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590288"/>
            <a:ext cx="1005840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Find the people who’ll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love what you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53328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9B5AE"/>
                </a:solidFill>
                <a:latin typeface="Helvetica Neue"/>
              </a:rPr>
              <a:t>A community built around your label.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0533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002D"/>
                </a:solidFill>
                <a:latin typeface="Helvetica Neue"/>
                <a:hlinkClick r:id="rId3"/>
              </a:rPr>
              <a:t>@smthg.us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01 /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It’s about being found.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Your audience is bigger than your followers.</a:t>
            </a:r>
          </a:p>
        </p:txBody>
      </p:sp>
      <p:pic>
        <p:nvPicPr>
          <p:cNvPr id="5" name="Picture 4" descr="smthg_flask.png"/>
          <p:cNvPicPr>
            <a:picLocks noChangeAspect="1"/>
          </p:cNvPicPr>
          <p:nvPr/>
        </p:nvPicPr>
        <p:blipFill>
          <a:blip r:embed="rId2"/>
          <a:srcRect t="3994" b="3994"/>
          <a:stretch>
            <a:fillRect/>
          </a:stretch>
        </p:blipFill>
        <p:spPr>
          <a:xfrm>
            <a:off x="8031175" y="2697480"/>
            <a:ext cx="333756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2697480"/>
            <a:ext cx="688817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843784"/>
            <a:ext cx="637611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320 of 10,000 followers see a brand’s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09544"/>
            <a:ext cx="637611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Even fewer make it to the product. Fashion stores turn 1.9% of visitors into buyers.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95928"/>
            <a:ext cx="688817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995928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142232"/>
            <a:ext cx="637611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Discovery stops at your followers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507992"/>
            <a:ext cx="637611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Most people find fashion through the same feeds and circles. On smthg, shoppers of brands like yours discover you too.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94376"/>
            <a:ext cx="6888175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5294376"/>
            <a:ext cx="45720" cy="1179576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440680"/>
            <a:ext cx="6376111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Creators need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806440"/>
            <a:ext cx="6376111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Samples slow campaigns down and add cost and waste. With virtual try-on, creators and your ambassadors show your pieces without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YA9hXRUeOYBlkPjLKEdr6mM4RiU.jpg"/>
          <p:cNvPicPr>
            <a:picLocks noChangeAspect="1"/>
          </p:cNvPicPr>
          <p:nvPr/>
        </p:nvPicPr>
        <p:blipFill>
          <a:blip r:embed="rId2"/>
          <a:srcRect l="4783" r="4783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02 / WHAT SMTHG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Unique fashion,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found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Community-led social commerce for fashion.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30000"/>
              </a:lnSpc>
              <a:spcAft>
                <a:spcPts val="16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Emerging brands, found through people you trust.</a:t>
            </a:r>
          </a:p>
          <a:p>
            <a:pPr marL="160020" indent="-160020">
              <a:lnSpc>
                <a:spcPct val="130000"/>
              </a:lnSpc>
              <a:spcAft>
                <a:spcPts val="16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Limited drops. Collections available for a limited time.</a:t>
            </a:r>
          </a:p>
          <a:p>
            <a:pPr marL="160020" indent="-160020">
              <a:lnSpc>
                <a:spcPct val="130000"/>
              </a:lnSpc>
              <a:spcAft>
                <a:spcPts val="12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Spaces and events keep members here between drops.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Fashion moves through people.</a:t>
            </a:r>
          </a:p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“Where did you get that?”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03 / DISCOVERY, REWIRED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We find the audience for your drop.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You don’t have to build another audience. Meet the one that already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3307384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3307384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3328415"/>
            <a:ext cx="28684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E8002D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675887"/>
            <a:ext cx="2868472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We find your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4608575"/>
            <a:ext cx="2868472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Creators whose followers already collect labels like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1240" y="3017520"/>
            <a:ext cx="3307384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1240" y="3017520"/>
            <a:ext cx="3307384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0696" y="3328415"/>
            <a:ext cx="28684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E8002D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696" y="3675887"/>
            <a:ext cx="2868472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Your Brand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696" y="4608575"/>
            <a:ext cx="2868472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Grows your ambassadors. They wait for the next drop, or buy from your regular assortment.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9521" y="3017520"/>
            <a:ext cx="3307384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9521" y="3017520"/>
            <a:ext cx="3307384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8977" y="3328415"/>
            <a:ext cx="28684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00">
                <a:solidFill>
                  <a:srgbClr val="E8002D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8977" y="3675887"/>
            <a:ext cx="2868472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Try-on instead of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977" y="4608575"/>
            <a:ext cx="2868472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Your pieces seen on a real body before 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04 / YOUR BRAND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Not another product page. Your world.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83664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Where people discover your label, follow your drops and come back.</a:t>
            </a:r>
          </a:p>
        </p:txBody>
      </p:sp>
      <p:pic>
        <p:nvPicPr>
          <p:cNvPr id="5" name="Picture 4" descr="smthg_instagram_dj.png"/>
          <p:cNvPicPr>
            <a:picLocks noChangeAspect="1"/>
          </p:cNvPicPr>
          <p:nvPr/>
        </p:nvPicPr>
        <p:blipFill>
          <a:blip r:embed="rId2"/>
          <a:srcRect t="34" b="34"/>
          <a:stretch>
            <a:fillRect/>
          </a:stretch>
        </p:blipFill>
        <p:spPr>
          <a:xfrm>
            <a:off x="822960" y="2697480"/>
            <a:ext cx="3035808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33087" y="2743200"/>
            <a:ext cx="7232904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33087" y="2743200"/>
            <a:ext cx="45720" cy="77724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871216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Brand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Live sessions, and every drop at its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3657600"/>
            <a:ext cx="7232904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33087" y="3657600"/>
            <a:ext cx="45720" cy="77724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3785615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Style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11480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Members share looks and find their people.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7" y="4572000"/>
            <a:ext cx="7232904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33087" y="4572000"/>
            <a:ext cx="45720" cy="77724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4700016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2920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The drop calendar keeps the community in sync.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7" y="5715000"/>
            <a:ext cx="7232904" cy="777240"/>
          </a:xfrm>
          <a:prstGeom prst="rect">
            <a:avLst/>
          </a:prstGeom>
          <a:solidFill>
            <a:srgbClr val="FD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33087" y="5715000"/>
            <a:ext cx="45720" cy="77724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5943600"/>
            <a:ext cx="6720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 to grow your ambassadors —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txKDJUxoqy7xXGyCxHZssfywQ.jpg"/>
          <p:cNvPicPr>
            <a:picLocks noChangeAspect="1"/>
          </p:cNvPicPr>
          <p:nvPr/>
        </p:nvPicPr>
        <p:blipFill>
          <a:blip r:embed="rId2"/>
          <a:srcRect l="4783" r="4783"/>
          <a:stretch>
            <a:fillRect/>
          </a:stretch>
        </p:blipFill>
        <p:spPr>
          <a:xfrm>
            <a:off x="7434072" y="0"/>
            <a:ext cx="475762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05 / CREATOR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We find the creator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who fits your 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B9B5AE"/>
                </a:solidFill>
                <a:latin typeface="Helvetica Neue"/>
              </a:rPr>
              <a:t>Selection, brief and campaign, run by smthg.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60020" indent="-160020">
              <a:lnSpc>
                <a:spcPct val="130000"/>
              </a:lnSpc>
              <a:spcAft>
                <a:spcPts val="16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Creators whose audience already follows labels like yours.</a:t>
            </a:r>
          </a:p>
          <a:p>
            <a:pPr marL="160020" indent="-160020">
              <a:lnSpc>
                <a:spcPct val="130000"/>
              </a:lnSpc>
              <a:spcAft>
                <a:spcPts val="16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They present your pieces through virtual try-on.</a:t>
            </a:r>
          </a:p>
          <a:p>
            <a:pPr marL="160020" indent="-160020">
              <a:lnSpc>
                <a:spcPct val="130000"/>
              </a:lnSpc>
              <a:spcAft>
                <a:spcPts val="12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B9B5AE"/>
                </a:solidFill>
                <a:latin typeface="Helvetica Neue"/>
              </a:rPr>
              <a:t>No samples to 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spc="260">
                <a:solidFill>
                  <a:srgbClr val="E8002D"/>
                </a:solidFill>
                <a:latin typeface="Helvetica Neue"/>
              </a:rPr>
              <a:t>06 /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161616"/>
                </a:solidFill>
                <a:latin typeface="Helvetica Neue"/>
              </a:rPr>
              <a:t>Each drop grows the next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10512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5C5A56"/>
                </a:solidFill>
                <a:latin typeface="Helvetica Neue"/>
              </a:rPr>
              <a:t>People who find you through a drop stay, and buy again.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017520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2587752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08376"/>
            <a:ext cx="2578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Creators bring new audiences to your drop.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85716" y="2331720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85716" y="2331720"/>
            <a:ext cx="3017520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5172" y="2587752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5172" y="3008376"/>
            <a:ext cx="2578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Buyers and visitors stay in your Brand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48472" y="2331720"/>
            <a:ext cx="3017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48472" y="2331720"/>
            <a:ext cx="3017520" cy="4114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2587752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Assortment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3008376"/>
            <a:ext cx="2578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They keep buying your full assortment between drops.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4096512" y="3008376"/>
            <a:ext cx="219456" cy="237744"/>
          </a:xfrm>
          <a:prstGeom prst="triangle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 rot="5400000">
            <a:off x="7859268" y="3008376"/>
            <a:ext cx="219456" cy="237744"/>
          </a:xfrm>
          <a:prstGeom prst="triangle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48088" y="3886200"/>
            <a:ext cx="18288" cy="56692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31720" y="4453128"/>
            <a:ext cx="7525512" cy="18288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22576" y="4087368"/>
            <a:ext cx="18288" cy="36576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>
            <a:off x="2212848" y="3886200"/>
            <a:ext cx="237744" cy="201168"/>
          </a:xfrm>
          <a:prstGeom prst="triangle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62856"/>
            <a:ext cx="1054577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spc="200">
                <a:solidFill>
                  <a:srgbClr val="E8002D"/>
                </a:solidFill>
                <a:latin typeface="Helvetica Neue"/>
              </a:rPr>
              <a:t>AND THE NEXT DROP OPENS TO A BIGGER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992624"/>
            <a:ext cx="3017520" cy="1682496"/>
          </a:xfrm>
          <a:prstGeom prst="rect">
            <a:avLst/>
          </a:prstGeom>
          <a:solidFill>
            <a:srgbClr val="F1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" y="51755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$250/mo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5577840"/>
            <a:ext cx="257860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Founding Brand rate. Standard rate $500/mo.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5716" y="4992624"/>
            <a:ext cx="3017520" cy="1682496"/>
          </a:xfrm>
          <a:prstGeom prst="rect">
            <a:avLst/>
          </a:prstGeom>
          <a:solidFill>
            <a:srgbClr val="F1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5172" y="51755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30% on GMV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5172" y="5577840"/>
            <a:ext cx="257860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All-in, on sold orders only. Most of it promotes your brand; a small part goes to the platform.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2" y="4992624"/>
            <a:ext cx="3017520" cy="1682496"/>
          </a:xfrm>
          <a:prstGeom prst="rect">
            <a:avLst/>
          </a:prstGeom>
          <a:solidFill>
            <a:srgbClr val="F1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67928" y="5175504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 included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5577840"/>
            <a:ext cx="257860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>
                <a:solidFill>
                  <a:srgbClr val="5C5A56"/>
                </a:solidFill>
                <a:latin typeface="Helvetica Neue"/>
              </a:rPr>
              <a:t>Grow your ambassadors inside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PHZPn5AgU35qjAIDXh6gCc3G8.jpg"/>
          <p:cNvPicPr>
            <a:picLocks noChangeAspect="1"/>
          </p:cNvPicPr>
          <p:nvPr/>
        </p:nvPicPr>
        <p:blipFill>
          <a:blip r:embed="rId2"/>
          <a:srcRect t="4687" b="1093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548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spc="-60">
                <a:solidFill>
                  <a:srgbClr val="FFFFFF"/>
                </a:solidFill>
                <a:latin typeface="Helvetica Neue"/>
              </a:rPr>
              <a:t>smthg</a:t>
            </a:r>
            <a:r>
              <a:rPr sz="2000" b="1" spc="-60">
                <a:solidFill>
                  <a:srgbClr val="E8002D"/>
                </a:solidFill>
                <a:latin typeface="Helvetica Neue"/>
              </a:rPr>
              <a:t>.</a:t>
            </a:r>
            <a:r>
              <a:rPr sz="2000" b="1" spc="-60">
                <a:solidFill>
                  <a:srgbClr val="FFFFFF"/>
                </a:solidFill>
                <a:latin typeface="Helvetica Neue"/>
              </a:rPr>
              <a:t>  it’s so me!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18304"/>
            <a:ext cx="841248" cy="45720"/>
          </a:xfrm>
          <a:prstGeom prst="rect">
            <a:avLst/>
          </a:prstGeom>
          <a:solidFill>
            <a:srgbClr val="E8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901184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Helvetica Neue"/>
              </a:rPr>
              <a:t>Your world deserves its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4243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FFFFFF"/>
                </a:solidFill>
                <a:latin typeface="Helvetica Neue"/>
              </a:rPr>
              <a:t>Become a Founding Brand.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79729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002D"/>
                </a:solidFill>
                <a:latin typeface="Helvetica Neue"/>
                <a:hlinkClick r:id="rId3"/>
              </a:rPr>
              <a:t>smthg.us/for-designers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</Words>
  <Application>Microsoft Macintosh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smthg.us — The Product v6</dc:title>
  <dc:subject/>
  <dc:creator/>
  <cp:keywords/>
  <dc:description>generated using python-pptx</dc:description>
  <cp:lastModifiedBy>Sophia Bressers</cp:lastModifiedBy>
  <cp:revision>1</cp:revision>
  <dcterms:created xsi:type="dcterms:W3CDTF">2013-01-27T09:14:16Z</dcterms:created>
  <dcterms:modified xsi:type="dcterms:W3CDTF">2026-10-06T10:47:42Z</dcterms:modified>
  <cp:category/>
</cp:coreProperties>
</file>